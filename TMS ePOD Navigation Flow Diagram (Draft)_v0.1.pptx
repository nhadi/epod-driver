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861" r:id="rId2"/>
    <p:sldId id="888" r:id="rId3"/>
    <p:sldId id="889" r:id="rId4"/>
    <p:sldId id="890" r:id="rId5"/>
    <p:sldId id="891" r:id="rId6"/>
    <p:sldId id="89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00CC"/>
    <a:srgbClr val="74E268"/>
    <a:srgbClr val="53DB45"/>
    <a:srgbClr val="922929"/>
    <a:srgbClr val="FFFFCC"/>
    <a:srgbClr val="CCFFCC"/>
    <a:srgbClr val="EEB500"/>
    <a:srgbClr val="253293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3125" autoAdjust="0"/>
  </p:normalViewPr>
  <p:slideViewPr>
    <p:cSldViewPr snapToGrid="0">
      <p:cViewPr varScale="1">
        <p:scale>
          <a:sx n="74" d="100"/>
          <a:sy n="74" d="100"/>
        </p:scale>
        <p:origin x="37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4" d="100"/>
        <a:sy n="124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1952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F0915ACE-37FC-4F50-8F5E-B930C9E880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32C27B9-CEB0-470E-9474-0C79A0850A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50590-1159-4C6B-BF9B-1B3CA1047772}" type="datetimeFigureOut">
              <a:rPr lang="en-SG" smtClean="0"/>
              <a:t>2/12/2019</a:t>
            </a:fld>
            <a:endParaRPr lang="en-S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F85B022-530B-4E31-9476-F90EEB7966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0BDD3FE-0878-4E70-AA21-58712AAC94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DF9A6-EFA8-4393-8943-C68474753CDA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067730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D2FEC-5F7E-4FBA-A3A7-955C83FE59B0}" type="datetimeFigureOut">
              <a:rPr lang="en-US" smtClean="0"/>
              <a:t>12/2/2019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3F617-4CA6-4E7C-A454-FA6118CAC7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154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13F617-4CA6-4E7C-A454-FA6118CAC73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88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52939"/>
            <a:ext cx="12192000" cy="133869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>
                <a:latin typeface="Gill Sans MT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288" y="4437112"/>
            <a:ext cx="8534400" cy="11521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ill Sans M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 dirty="0"/>
          </a:p>
        </p:txBody>
      </p:sp>
      <p:pic>
        <p:nvPicPr>
          <p:cNvPr id="7" name="Picture 6" descr="E:\AP LINK-MQ\APL SG\EntVision\Demo Video\Video Materials\Logo3.jpg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75" y="0"/>
            <a:ext cx="4178300" cy="7899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628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371" y="1905000"/>
            <a:ext cx="10972800" cy="4221163"/>
          </a:xfrm>
        </p:spPr>
        <p:txBody>
          <a:bodyPr/>
          <a:lstStyle>
            <a:lvl1pPr>
              <a:defRPr>
                <a:latin typeface="+mn-lt"/>
                <a:cs typeface="Arial" pitchFamily="34" charset="0"/>
              </a:defRPr>
            </a:lvl1pPr>
            <a:lvl2pPr>
              <a:defRPr>
                <a:latin typeface="+mn-lt"/>
                <a:cs typeface="Arial" pitchFamily="34" charset="0"/>
              </a:defRPr>
            </a:lvl2pPr>
            <a:lvl3pPr>
              <a:defRPr>
                <a:latin typeface="+mn-lt"/>
                <a:cs typeface="Arial" pitchFamily="34" charset="0"/>
              </a:defRPr>
            </a:lvl3pPr>
            <a:lvl4pPr>
              <a:defRPr>
                <a:latin typeface="+mn-lt"/>
                <a:cs typeface="Arial" pitchFamily="34" charset="0"/>
              </a:defRPr>
            </a:lvl4pPr>
            <a:lvl5pPr>
              <a:defRPr>
                <a:latin typeface="+mn-lt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4299" y="6618684"/>
            <a:ext cx="2844800" cy="266400"/>
          </a:xfrm>
          <a:prstGeom prst="rect">
            <a:avLst/>
          </a:prstGeom>
        </p:spPr>
        <p:txBody>
          <a:bodyPr/>
          <a:lstStyle/>
          <a:p>
            <a:fld id="{78D9BE40-B59E-4A36-A4F1-53E3A350A3A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5" name="Title Placeholder 9"/>
          <p:cNvSpPr>
            <a:spLocks noGrp="1"/>
          </p:cNvSpPr>
          <p:nvPr>
            <p:ph type="title"/>
          </p:nvPr>
        </p:nvSpPr>
        <p:spPr>
          <a:xfrm>
            <a:off x="431371" y="692460"/>
            <a:ext cx="10972799" cy="907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63919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4299" y="6618684"/>
            <a:ext cx="2844800" cy="266400"/>
          </a:xfrm>
          <a:prstGeom prst="rect">
            <a:avLst/>
          </a:prstGeom>
        </p:spPr>
        <p:txBody>
          <a:bodyPr/>
          <a:lstStyle/>
          <a:p>
            <a:fld id="{78D9BE40-B59E-4A36-A4F1-53E3A350A3A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5085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1371" y="1981203"/>
            <a:ext cx="5384800" cy="4144963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371" y="1981203"/>
            <a:ext cx="5384800" cy="4144963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618684"/>
            <a:ext cx="2844800" cy="266400"/>
          </a:xfrm>
          <a:prstGeom prst="rect">
            <a:avLst/>
          </a:prstGeom>
        </p:spPr>
        <p:txBody>
          <a:bodyPr/>
          <a:lstStyle/>
          <a:p>
            <a:fld id="{78D9BE40-B59E-4A36-A4F1-53E3A350A3A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6" name="Title Placeholder 9"/>
          <p:cNvSpPr>
            <a:spLocks noGrp="1"/>
          </p:cNvSpPr>
          <p:nvPr>
            <p:ph type="title"/>
          </p:nvPr>
        </p:nvSpPr>
        <p:spPr>
          <a:xfrm>
            <a:off x="431371" y="692460"/>
            <a:ext cx="10972799" cy="907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4197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1372" y="1981200"/>
            <a:ext cx="5386917" cy="762000"/>
          </a:xfr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372" y="2743203"/>
            <a:ext cx="5386917" cy="3382963"/>
          </a:xfrm>
        </p:spPr>
        <p:txBody>
          <a:bodyPr/>
          <a:lstStyle>
            <a:lvl1pPr>
              <a:defRPr sz="2400"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>
              <a:defRPr sz="2000"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>
              <a:defRPr sz="1800"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>
              <a:defRPr sz="1600"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>
              <a:defRPr sz="1600"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5140" y="1981200"/>
            <a:ext cx="5389033" cy="762000"/>
          </a:xfr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5140" y="2743203"/>
            <a:ext cx="5389033" cy="3382963"/>
          </a:xfrm>
        </p:spPr>
        <p:txBody>
          <a:bodyPr/>
          <a:lstStyle>
            <a:lvl1pPr>
              <a:defRPr sz="2400"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>
              <a:defRPr sz="2000"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>
              <a:defRPr sz="1800"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>
              <a:defRPr sz="1600"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>
              <a:defRPr sz="1600"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84299" y="6618684"/>
            <a:ext cx="2844800" cy="266400"/>
          </a:xfrm>
          <a:prstGeom prst="rect">
            <a:avLst/>
          </a:prstGeom>
        </p:spPr>
        <p:txBody>
          <a:bodyPr/>
          <a:lstStyle/>
          <a:p>
            <a:fld id="{78D9BE40-B59E-4A36-A4F1-53E3A350A3A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tle Placeholder 9"/>
          <p:cNvSpPr>
            <a:spLocks noGrp="1"/>
          </p:cNvSpPr>
          <p:nvPr>
            <p:ph type="title"/>
          </p:nvPr>
        </p:nvSpPr>
        <p:spPr>
          <a:xfrm>
            <a:off x="431372" y="692460"/>
            <a:ext cx="10972800" cy="907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8044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84299" y="6618684"/>
            <a:ext cx="2844800" cy="266400"/>
          </a:xfrm>
          <a:prstGeom prst="rect">
            <a:avLst/>
          </a:prstGeom>
        </p:spPr>
        <p:txBody>
          <a:bodyPr/>
          <a:lstStyle/>
          <a:p>
            <a:fld id="{78D9BE40-B59E-4A36-A4F1-53E3A350A3A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Title Placeholder 9"/>
          <p:cNvSpPr>
            <a:spLocks noGrp="1"/>
          </p:cNvSpPr>
          <p:nvPr>
            <p:ph type="title"/>
          </p:nvPr>
        </p:nvSpPr>
        <p:spPr>
          <a:xfrm>
            <a:off x="431371" y="692460"/>
            <a:ext cx="11197727" cy="907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1327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84299" y="6618684"/>
            <a:ext cx="2844800" cy="266400"/>
          </a:xfrm>
          <a:prstGeom prst="rect">
            <a:avLst/>
          </a:prstGeom>
        </p:spPr>
        <p:txBody>
          <a:bodyPr/>
          <a:lstStyle/>
          <a:p>
            <a:fld id="{78D9BE40-B59E-4A36-A4F1-53E3A350A3A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555514-26D9-DB44-ABE5-D8384FFA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0460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4011084" cy="8255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609603"/>
            <a:ext cx="6815667" cy="5516563"/>
          </a:xfrm>
        </p:spPr>
        <p:txBody>
          <a:bodyPr/>
          <a:lstStyle>
            <a:lvl1pPr>
              <a:defRPr sz="3200">
                <a:latin typeface="Arial" pitchFamily="34" charset="0"/>
                <a:cs typeface="Arial" pitchFamily="34" charset="0"/>
              </a:defRPr>
            </a:lvl1pPr>
            <a:lvl2pPr>
              <a:defRPr sz="2800">
                <a:latin typeface="Arial" pitchFamily="34" charset="0"/>
                <a:cs typeface="Arial" pitchFamily="34" charset="0"/>
              </a:defRPr>
            </a:lvl2pPr>
            <a:lvl3pPr>
              <a:defRPr sz="2400"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>
              <a:defRPr sz="2000"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>
              <a:defRPr sz="2000"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F53EA59-86DA-4C7B-A164-ACEDA5BB5A4F}" type="datetimeFigureOut">
              <a:rPr lang="en-GB" smtClean="0"/>
              <a:t>02/12/2019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618684"/>
            <a:ext cx="2844800" cy="266400"/>
          </a:xfrm>
          <a:prstGeom prst="rect">
            <a:avLst/>
          </a:prstGeom>
        </p:spPr>
        <p:txBody>
          <a:bodyPr/>
          <a:lstStyle/>
          <a:p>
            <a:fld id="{78D9BE40-B59E-4A36-A4F1-53E3A350A3A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5466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S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F53EA59-86DA-4C7B-A164-ACEDA5BB5A4F}" type="datetimeFigureOut">
              <a:rPr lang="en-GB" smtClean="0"/>
              <a:t>02/12/2019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618684"/>
            <a:ext cx="2844800" cy="266400"/>
          </a:xfrm>
          <a:prstGeom prst="rect">
            <a:avLst/>
          </a:prstGeom>
        </p:spPr>
        <p:txBody>
          <a:bodyPr/>
          <a:lstStyle/>
          <a:p>
            <a:fld id="{78D9BE40-B59E-4A36-A4F1-53E3A350A3A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255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3pPr>
            <a:lvl4pPr>
              <a:defRPr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4pPr>
            <a:lvl5pPr>
              <a:defRPr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F53EA59-86DA-4C7B-A164-ACEDA5BB5A4F}" type="datetimeFigureOut">
              <a:rPr lang="en-GB" smtClean="0"/>
              <a:t>02/12/2019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4299" y="6618684"/>
            <a:ext cx="2844800" cy="266400"/>
          </a:xfrm>
          <a:prstGeom prst="rect">
            <a:avLst/>
          </a:prstGeom>
        </p:spPr>
        <p:txBody>
          <a:bodyPr/>
          <a:lstStyle/>
          <a:p>
            <a:fld id="{78D9BE40-B59E-4A36-A4F1-53E3A350A3A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itle Placeholder 9"/>
          <p:cNvSpPr>
            <a:spLocks noGrp="1"/>
          </p:cNvSpPr>
          <p:nvPr>
            <p:ph type="title"/>
          </p:nvPr>
        </p:nvSpPr>
        <p:spPr>
          <a:xfrm>
            <a:off x="431371" y="692460"/>
            <a:ext cx="10972799" cy="907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35356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>
              <a:defRPr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>
              <a:defRPr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F53EA59-86DA-4C7B-A164-ACEDA5BB5A4F}" type="datetimeFigureOut">
              <a:rPr lang="en-GB" smtClean="0"/>
              <a:t>02/12/2019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4299" y="6618684"/>
            <a:ext cx="2844800" cy="266400"/>
          </a:xfrm>
          <a:prstGeom prst="rect">
            <a:avLst/>
          </a:prstGeom>
        </p:spPr>
        <p:txBody>
          <a:bodyPr/>
          <a:lstStyle/>
          <a:p>
            <a:fld id="{78D9BE40-B59E-4A36-A4F1-53E3A350A3A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9380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F53EA59-86DA-4C7B-A164-ACEDA5BB5A4F}" type="datetimeFigureOut">
              <a:rPr lang="en-GB" smtClean="0"/>
              <a:t>02/12/2019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032437" y="6093296"/>
            <a:ext cx="1930400" cy="525388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84299" y="6618684"/>
            <a:ext cx="2844800" cy="266400"/>
          </a:xfrm>
          <a:prstGeom prst="rect">
            <a:avLst/>
          </a:prstGeom>
        </p:spPr>
        <p:txBody>
          <a:bodyPr/>
          <a:lstStyle/>
          <a:p>
            <a:fld id="{78D9BE40-B59E-4A36-A4F1-53E3A350A3A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31800" y="1981200"/>
            <a:ext cx="11328400" cy="404018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rgbClr val="FF6600"/>
                </a:solidFill>
              </a:defRPr>
            </a:lvl2pPr>
            <a:lvl3pPr>
              <a:defRPr>
                <a:solidFill>
                  <a:srgbClr val="FF66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>
              <a:defRPr>
                <a:solidFill>
                  <a:srgbClr val="FF66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>
              <a:defRPr>
                <a:solidFill>
                  <a:srgbClr val="FF66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8" name="Title Placeholder 9"/>
          <p:cNvSpPr>
            <a:spLocks noGrp="1"/>
          </p:cNvSpPr>
          <p:nvPr>
            <p:ph type="title"/>
          </p:nvPr>
        </p:nvSpPr>
        <p:spPr>
          <a:xfrm>
            <a:off x="330268" y="738497"/>
            <a:ext cx="11429933" cy="907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47118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F53EA59-86DA-4C7B-A164-ACEDA5BB5A4F}" type="datetimeFigureOut">
              <a:rPr lang="en-GB" smtClean="0"/>
              <a:t>02/12/2019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032437" y="6093296"/>
            <a:ext cx="1930400" cy="525388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84299" y="6618684"/>
            <a:ext cx="2844800" cy="266400"/>
          </a:xfrm>
          <a:prstGeom prst="rect">
            <a:avLst/>
          </a:prstGeom>
        </p:spPr>
        <p:txBody>
          <a:bodyPr/>
          <a:lstStyle/>
          <a:p>
            <a:fld id="{78D9BE40-B59E-4A36-A4F1-53E3A350A3A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itle Placeholder 9"/>
          <p:cNvSpPr>
            <a:spLocks noGrp="1"/>
          </p:cNvSpPr>
          <p:nvPr>
            <p:ph type="title"/>
          </p:nvPr>
        </p:nvSpPr>
        <p:spPr>
          <a:xfrm>
            <a:off x="431371" y="692460"/>
            <a:ext cx="11197727" cy="907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4088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1371" y="1951037"/>
            <a:ext cx="109728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24" y="6618684"/>
            <a:ext cx="119380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>
            <a:spLocks/>
          </p:cNvSpPr>
          <p:nvPr/>
        </p:nvSpPr>
        <p:spPr>
          <a:xfrm>
            <a:off x="1" y="6618684"/>
            <a:ext cx="431371" cy="266400"/>
          </a:xfrm>
          <a:prstGeom prst="rect">
            <a:avLst/>
          </a:prstGeom>
          <a:solidFill>
            <a:srgbClr val="ED69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800" dirty="0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431371" y="692460"/>
            <a:ext cx="10972799" cy="907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17BF7BEE-4812-3143-9B0A-B43D986FC56A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0" y="119212"/>
            <a:ext cx="2224013" cy="47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9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2800" b="1" kern="1200">
          <a:solidFill>
            <a:schemeClr val="tx2"/>
          </a:solidFill>
          <a:latin typeface="Gill Sans MT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2000" b="0" kern="1200" dirty="0" smtClean="0">
          <a:solidFill>
            <a:schemeClr val="tx2"/>
          </a:solidFill>
          <a:latin typeface="+mn-lt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800" b="0" kern="1200" dirty="0" smtClean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2"/>
          </a:solidFill>
          <a:latin typeface="Calibri Light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2"/>
          </a:solidFill>
          <a:latin typeface="Calibri Light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2"/>
          </a:solidFill>
          <a:latin typeface="Calibri Ligh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662" y="753643"/>
            <a:ext cx="12192000" cy="5860588"/>
            <a:chOff x="0" y="753643"/>
            <a:chExt cx="12192000" cy="5860588"/>
          </a:xfrm>
        </p:grpSpPr>
        <p:pic>
          <p:nvPicPr>
            <p:cNvPr id="8" name="Content Placeholder 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"/>
            <a:stretch/>
          </p:blipFill>
          <p:spPr>
            <a:xfrm>
              <a:off x="2394065" y="753644"/>
              <a:ext cx="9797935" cy="5860587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4"/>
            <a:srcRect l="2222" t="-182" b="2860"/>
            <a:stretch/>
          </p:blipFill>
          <p:spPr>
            <a:xfrm flipH="1">
              <a:off x="0" y="753643"/>
              <a:ext cx="2560474" cy="5860587"/>
            </a:xfrm>
            <a:prstGeom prst="rect">
              <a:avLst/>
            </a:prstGeom>
          </p:spPr>
        </p:pic>
      </p:grpSp>
      <p:sp>
        <p:nvSpPr>
          <p:cNvPr id="10" name="Title 1"/>
          <p:cNvSpPr txBox="1">
            <a:spLocks/>
          </p:cNvSpPr>
          <p:nvPr/>
        </p:nvSpPr>
        <p:spPr>
          <a:xfrm>
            <a:off x="104503" y="2007160"/>
            <a:ext cx="7996844" cy="3582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Gill Sans MT" pitchFamily="34" charset="0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 Management System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ePOD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Mobile Application – For Driver) </a:t>
            </a:r>
            <a:b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Ent-Vision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436" y="5167053"/>
            <a:ext cx="645863" cy="75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5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/>
          <p:cNvSpPr/>
          <p:nvPr/>
        </p:nvSpPr>
        <p:spPr>
          <a:xfrm>
            <a:off x="2408349" y="1571223"/>
            <a:ext cx="1390919" cy="96591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688577"/>
            <a:ext cx="12160624" cy="69448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Century Gothic" panose="020B0502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98076" y="791514"/>
            <a:ext cx="12160623" cy="65851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Gill Sans MT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Navigation Flow Diagram</a:t>
            </a:r>
            <a:endParaRPr lang="en-SG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Flowchart: Process 1"/>
          <p:cNvSpPr/>
          <p:nvPr/>
        </p:nvSpPr>
        <p:spPr>
          <a:xfrm>
            <a:off x="450760" y="1712890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User Login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Flowchart: Process 5"/>
          <p:cNvSpPr/>
          <p:nvPr/>
        </p:nvSpPr>
        <p:spPr>
          <a:xfrm>
            <a:off x="2547870" y="1712890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Main Menu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Flowchart: Process 7"/>
          <p:cNvSpPr/>
          <p:nvPr/>
        </p:nvSpPr>
        <p:spPr>
          <a:xfrm>
            <a:off x="4515593" y="1712889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List All Options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lowchart: Process 8"/>
          <p:cNvSpPr/>
          <p:nvPr/>
        </p:nvSpPr>
        <p:spPr>
          <a:xfrm>
            <a:off x="6378387" y="1712888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View Delivery Job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Flowchart: Process 9"/>
          <p:cNvSpPr/>
          <p:nvPr/>
        </p:nvSpPr>
        <p:spPr>
          <a:xfrm>
            <a:off x="6378387" y="2839648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Sign-out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2" idx="3"/>
            <a:endCxn id="4" idx="1"/>
          </p:cNvCxnSpPr>
          <p:nvPr/>
        </p:nvCxnSpPr>
        <p:spPr>
          <a:xfrm>
            <a:off x="1545464" y="2054181"/>
            <a:ext cx="8628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3"/>
            <a:endCxn id="8" idx="1"/>
          </p:cNvCxnSpPr>
          <p:nvPr/>
        </p:nvCxnSpPr>
        <p:spPr>
          <a:xfrm flipV="1">
            <a:off x="3799268" y="2054180"/>
            <a:ext cx="71632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3"/>
          </p:cNvCxnSpPr>
          <p:nvPr/>
        </p:nvCxnSpPr>
        <p:spPr>
          <a:xfrm flipV="1">
            <a:off x="5610297" y="2054178"/>
            <a:ext cx="768090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8" idx="2"/>
            <a:endCxn id="10" idx="1"/>
          </p:cNvCxnSpPr>
          <p:nvPr/>
        </p:nvCxnSpPr>
        <p:spPr>
          <a:xfrm rot="16200000" flipH="1">
            <a:off x="5327932" y="2130483"/>
            <a:ext cx="785469" cy="13154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onut 19"/>
          <p:cNvSpPr/>
          <p:nvPr/>
        </p:nvSpPr>
        <p:spPr>
          <a:xfrm>
            <a:off x="8199620" y="3057993"/>
            <a:ext cx="299804" cy="284814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7473091" y="3180938"/>
            <a:ext cx="71632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Process 25"/>
          <p:cNvSpPr/>
          <p:nvPr/>
        </p:nvSpPr>
        <p:spPr>
          <a:xfrm>
            <a:off x="7816264" y="3252867"/>
            <a:ext cx="1164094" cy="408976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Exit Application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Flowchart: Process 26"/>
          <p:cNvSpPr/>
          <p:nvPr/>
        </p:nvSpPr>
        <p:spPr>
          <a:xfrm>
            <a:off x="8226474" y="1712888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Delivery Job Main Page (Active Tab)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Flowchart: Process 27"/>
          <p:cNvSpPr/>
          <p:nvPr/>
        </p:nvSpPr>
        <p:spPr>
          <a:xfrm>
            <a:off x="10052210" y="1712887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Quick Access Buttons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9" idx="3"/>
            <a:endCxn id="27" idx="1"/>
          </p:cNvCxnSpPr>
          <p:nvPr/>
        </p:nvCxnSpPr>
        <p:spPr>
          <a:xfrm>
            <a:off x="7473091" y="2054179"/>
            <a:ext cx="7533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9321178" y="2057202"/>
            <a:ext cx="7533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173653" y="3680573"/>
            <a:ext cx="11698819" cy="1058970"/>
            <a:chOff x="173653" y="4370120"/>
            <a:chExt cx="11698819" cy="1058970"/>
          </a:xfrm>
        </p:grpSpPr>
        <p:sp>
          <p:nvSpPr>
            <p:cNvPr id="33" name="Flowchart: Process 32"/>
            <p:cNvSpPr/>
            <p:nvPr/>
          </p:nvSpPr>
          <p:spPr>
            <a:xfrm>
              <a:off x="173653" y="4746509"/>
              <a:ext cx="1094704" cy="682581"/>
            </a:xfrm>
            <a:prstGeom prst="flowChartProcess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eSignature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Flowchart: Process 33"/>
            <p:cNvSpPr/>
            <p:nvPr/>
          </p:nvSpPr>
          <p:spPr>
            <a:xfrm>
              <a:off x="3226813" y="4736854"/>
              <a:ext cx="1094704" cy="682581"/>
            </a:xfrm>
            <a:prstGeom prst="flowChartProcess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Confirm Delivered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5" name="Flowchart: Process 34"/>
            <p:cNvSpPr/>
            <p:nvPr/>
          </p:nvSpPr>
          <p:spPr>
            <a:xfrm>
              <a:off x="4725354" y="4736854"/>
              <a:ext cx="1094704" cy="682581"/>
            </a:xfrm>
            <a:prstGeom prst="flowChartProcess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Undelivered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" name="Flowchart: Process 35"/>
            <p:cNvSpPr/>
            <p:nvPr/>
          </p:nvSpPr>
          <p:spPr>
            <a:xfrm>
              <a:off x="1719965" y="4746509"/>
              <a:ext cx="1094704" cy="682581"/>
            </a:xfrm>
            <a:prstGeom prst="flowChartProcess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Photo POD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7" name="Flowchart: Process 36"/>
            <p:cNvSpPr/>
            <p:nvPr/>
          </p:nvSpPr>
          <p:spPr>
            <a:xfrm>
              <a:off x="6223895" y="4736853"/>
              <a:ext cx="1094704" cy="682581"/>
            </a:xfrm>
            <a:prstGeom prst="flowChartProcess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Show Delivery Route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8" name="Flowchart: Process 37"/>
            <p:cNvSpPr/>
            <p:nvPr/>
          </p:nvSpPr>
          <p:spPr>
            <a:xfrm>
              <a:off x="10777768" y="4709521"/>
              <a:ext cx="1094704" cy="682581"/>
            </a:xfrm>
            <a:prstGeom prst="flowChartProcess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Back To Main Menu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" name="Flowchart: Process 38"/>
            <p:cNvSpPr/>
            <p:nvPr/>
          </p:nvSpPr>
          <p:spPr>
            <a:xfrm>
              <a:off x="9250102" y="4736851"/>
              <a:ext cx="1094704" cy="682581"/>
            </a:xfrm>
            <a:prstGeom prst="flowChartProcess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Photo Dialer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0" name="Flowchart: Process 39"/>
            <p:cNvSpPr/>
            <p:nvPr/>
          </p:nvSpPr>
          <p:spPr>
            <a:xfrm>
              <a:off x="7722436" y="4736852"/>
              <a:ext cx="1094704" cy="682581"/>
            </a:xfrm>
            <a:prstGeom prst="flowChartProcess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Refresh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>
              <a:off x="721005" y="4377128"/>
              <a:ext cx="0" cy="3394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2267317" y="4399425"/>
              <a:ext cx="0" cy="3394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3763150" y="4392118"/>
              <a:ext cx="0" cy="3394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5272706" y="4384434"/>
              <a:ext cx="0" cy="3394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6771247" y="4382460"/>
              <a:ext cx="0" cy="3394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8273763" y="4382459"/>
              <a:ext cx="0" cy="3394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9797454" y="4377128"/>
              <a:ext cx="0" cy="3394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11325120" y="4370120"/>
              <a:ext cx="0" cy="3394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721005" y="4384435"/>
              <a:ext cx="1060411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Straight Connector 54"/>
          <p:cNvCxnSpPr>
            <a:stCxn id="28" idx="2"/>
          </p:cNvCxnSpPr>
          <p:nvPr/>
        </p:nvCxnSpPr>
        <p:spPr>
          <a:xfrm>
            <a:off x="10599562" y="2395468"/>
            <a:ext cx="0" cy="1292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owchart: Process 57"/>
          <p:cNvSpPr/>
          <p:nvPr/>
        </p:nvSpPr>
        <p:spPr>
          <a:xfrm>
            <a:off x="182414" y="5326399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Capture Recipient eSignature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Flowchart: Decision 58"/>
          <p:cNvSpPr/>
          <p:nvPr/>
        </p:nvSpPr>
        <p:spPr>
          <a:xfrm>
            <a:off x="1746440" y="5029177"/>
            <a:ext cx="1068229" cy="495579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New Photo?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0" name="Flowchart: Process 59"/>
          <p:cNvSpPr/>
          <p:nvPr/>
        </p:nvSpPr>
        <p:spPr>
          <a:xfrm>
            <a:off x="1741688" y="5737116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Photo Camera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Flowchart: Process 60"/>
          <p:cNvSpPr/>
          <p:nvPr/>
        </p:nvSpPr>
        <p:spPr>
          <a:xfrm>
            <a:off x="3135265" y="5724236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Photo Gallery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Flowchart: Process 61"/>
          <p:cNvSpPr/>
          <p:nvPr/>
        </p:nvSpPr>
        <p:spPr>
          <a:xfrm>
            <a:off x="3215798" y="4914942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Update Delivery Status To “Delivered”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64" name="Elbow Connector 63"/>
          <p:cNvCxnSpPr>
            <a:stCxn id="59" idx="3"/>
            <a:endCxn id="61" idx="1"/>
          </p:cNvCxnSpPr>
          <p:nvPr/>
        </p:nvCxnSpPr>
        <p:spPr>
          <a:xfrm>
            <a:off x="2814669" y="5276967"/>
            <a:ext cx="320596" cy="7885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721005" y="4700280"/>
            <a:ext cx="0" cy="625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2280554" y="4702566"/>
            <a:ext cx="0" cy="320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60" idx="0"/>
          </p:cNvCxnSpPr>
          <p:nvPr/>
        </p:nvCxnSpPr>
        <p:spPr>
          <a:xfrm>
            <a:off x="2285102" y="5524349"/>
            <a:ext cx="3938" cy="212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lowchart: Process 73"/>
          <p:cNvSpPr/>
          <p:nvPr/>
        </p:nvSpPr>
        <p:spPr>
          <a:xfrm>
            <a:off x="1755536" y="5447075"/>
            <a:ext cx="461296" cy="280531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Yes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5" name="Flowchart: Process 74"/>
          <p:cNvSpPr/>
          <p:nvPr/>
        </p:nvSpPr>
        <p:spPr>
          <a:xfrm>
            <a:off x="2562704" y="5370067"/>
            <a:ext cx="461296" cy="280531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No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6" name="Flowchart: Process 75"/>
          <p:cNvSpPr/>
          <p:nvPr/>
        </p:nvSpPr>
        <p:spPr>
          <a:xfrm>
            <a:off x="4725354" y="5708132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Select Reason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7" name="Flowchart: Decision 76"/>
          <p:cNvSpPr/>
          <p:nvPr/>
        </p:nvSpPr>
        <p:spPr>
          <a:xfrm>
            <a:off x="4775347" y="5014186"/>
            <a:ext cx="1068229" cy="495579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Submit?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8" name="Donut 77"/>
          <p:cNvSpPr/>
          <p:nvPr/>
        </p:nvSpPr>
        <p:spPr>
          <a:xfrm>
            <a:off x="6308421" y="5113825"/>
            <a:ext cx="299804" cy="284814"/>
          </a:xfrm>
          <a:prstGeom prst="donu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9" name="Flowchart: Process 78"/>
          <p:cNvSpPr/>
          <p:nvPr/>
        </p:nvSpPr>
        <p:spPr>
          <a:xfrm>
            <a:off x="6428606" y="5225221"/>
            <a:ext cx="1239340" cy="37030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Close Pop-up 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prompt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3763150" y="4740392"/>
            <a:ext cx="0" cy="199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5309461" y="4727738"/>
            <a:ext cx="0" cy="265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endCxn id="78" idx="2"/>
          </p:cNvCxnSpPr>
          <p:nvPr/>
        </p:nvCxnSpPr>
        <p:spPr>
          <a:xfrm flipV="1">
            <a:off x="5820058" y="5256232"/>
            <a:ext cx="48836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5302686" y="5527191"/>
            <a:ext cx="6775" cy="197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Flowchart: Connector 89"/>
          <p:cNvSpPr/>
          <p:nvPr/>
        </p:nvSpPr>
        <p:spPr>
          <a:xfrm>
            <a:off x="8053672" y="2736137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</a:t>
            </a:r>
            <a:endParaRPr lang="en-US" sz="1400" dirty="0"/>
          </a:p>
        </p:txBody>
      </p:sp>
      <p:cxnSp>
        <p:nvCxnSpPr>
          <p:cNvPr id="92" name="Elbow Connector 91"/>
          <p:cNvCxnSpPr>
            <a:stCxn id="9" idx="3"/>
            <a:endCxn id="90" idx="2"/>
          </p:cNvCxnSpPr>
          <p:nvPr/>
        </p:nvCxnSpPr>
        <p:spPr>
          <a:xfrm>
            <a:off x="7473091" y="2054179"/>
            <a:ext cx="580581" cy="805930"/>
          </a:xfrm>
          <a:prstGeom prst="bentConnector3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Flowchart: Connector 92"/>
          <p:cNvSpPr/>
          <p:nvPr/>
        </p:nvSpPr>
        <p:spPr>
          <a:xfrm>
            <a:off x="7213700" y="4958332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</a:p>
        </p:txBody>
      </p:sp>
      <p:cxnSp>
        <p:nvCxnSpPr>
          <p:cNvPr id="95" name="Elbow Connector 94"/>
          <p:cNvCxnSpPr>
            <a:stCxn id="37" idx="2"/>
            <a:endCxn id="93" idx="0"/>
          </p:cNvCxnSpPr>
          <p:nvPr/>
        </p:nvCxnSpPr>
        <p:spPr>
          <a:xfrm rot="16200000" flipH="1">
            <a:off x="6945195" y="4555938"/>
            <a:ext cx="228445" cy="5763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Flowchart: Connector 95"/>
          <p:cNvSpPr/>
          <p:nvPr/>
        </p:nvSpPr>
        <p:spPr>
          <a:xfrm>
            <a:off x="9668025" y="5117791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</a:t>
            </a:r>
            <a:endParaRPr lang="en-US" sz="1400" dirty="0"/>
          </a:p>
        </p:txBody>
      </p:sp>
      <p:sp>
        <p:nvSpPr>
          <p:cNvPr id="97" name="Flowchart: Process 96"/>
          <p:cNvSpPr/>
          <p:nvPr/>
        </p:nvSpPr>
        <p:spPr>
          <a:xfrm>
            <a:off x="7722436" y="5701848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Refresh Screen / Data </a:t>
            </a:r>
            <a:r>
              <a:rPr lang="en-US" sz="1100" dirty="0" err="1" smtClean="0">
                <a:solidFill>
                  <a:schemeClr val="tx1"/>
                </a:solidFill>
              </a:rPr>
              <a:t>Synchronisation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3" name="Straight Arrow Connector 102"/>
          <p:cNvCxnSpPr>
            <a:stCxn id="38" idx="2"/>
          </p:cNvCxnSpPr>
          <p:nvPr/>
        </p:nvCxnSpPr>
        <p:spPr>
          <a:xfrm>
            <a:off x="11325120" y="4702555"/>
            <a:ext cx="0" cy="921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40" idx="2"/>
            <a:endCxn id="97" idx="0"/>
          </p:cNvCxnSpPr>
          <p:nvPr/>
        </p:nvCxnSpPr>
        <p:spPr>
          <a:xfrm>
            <a:off x="8269788" y="4729886"/>
            <a:ext cx="0" cy="971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39" idx="2"/>
            <a:endCxn id="96" idx="0"/>
          </p:cNvCxnSpPr>
          <p:nvPr/>
        </p:nvCxnSpPr>
        <p:spPr>
          <a:xfrm>
            <a:off x="9797454" y="4729885"/>
            <a:ext cx="4459" cy="387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Flowchart: Connector 108"/>
          <p:cNvSpPr/>
          <p:nvPr/>
        </p:nvSpPr>
        <p:spPr>
          <a:xfrm>
            <a:off x="2969920" y="2906039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</a:t>
            </a:r>
            <a:endParaRPr lang="en-US" sz="1400" dirty="0"/>
          </a:p>
        </p:txBody>
      </p:sp>
      <p:cxnSp>
        <p:nvCxnSpPr>
          <p:cNvPr id="111" name="Straight Arrow Connector 110"/>
          <p:cNvCxnSpPr>
            <a:stCxn id="109" idx="0"/>
            <a:endCxn id="4" idx="2"/>
          </p:cNvCxnSpPr>
          <p:nvPr/>
        </p:nvCxnSpPr>
        <p:spPr>
          <a:xfrm flipV="1">
            <a:off x="3103808" y="2537138"/>
            <a:ext cx="1" cy="368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Flowchart: Connector 111"/>
          <p:cNvSpPr/>
          <p:nvPr/>
        </p:nvSpPr>
        <p:spPr>
          <a:xfrm>
            <a:off x="11206222" y="5640111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113" name="Flowchart: Process 112"/>
          <p:cNvSpPr/>
          <p:nvPr/>
        </p:nvSpPr>
        <p:spPr>
          <a:xfrm>
            <a:off x="4763153" y="5431495"/>
            <a:ext cx="461296" cy="280531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Yes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4" name="Flowchart: Process 113"/>
          <p:cNvSpPr/>
          <p:nvPr/>
        </p:nvSpPr>
        <p:spPr>
          <a:xfrm>
            <a:off x="5803411" y="4965048"/>
            <a:ext cx="461296" cy="280531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No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5" name="Flowchart: Process 114"/>
          <p:cNvSpPr/>
          <p:nvPr/>
        </p:nvSpPr>
        <p:spPr>
          <a:xfrm>
            <a:off x="6289281" y="5712113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Update  Status To “Undelivered”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117" name="Straight Arrow Connector 116"/>
          <p:cNvCxnSpPr>
            <a:stCxn id="76" idx="3"/>
            <a:endCxn id="115" idx="1"/>
          </p:cNvCxnSpPr>
          <p:nvPr/>
        </p:nvCxnSpPr>
        <p:spPr>
          <a:xfrm>
            <a:off x="5820058" y="6049423"/>
            <a:ext cx="469223" cy="3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Flowchart: Connector 117"/>
          <p:cNvSpPr/>
          <p:nvPr/>
        </p:nvSpPr>
        <p:spPr>
          <a:xfrm>
            <a:off x="9573229" y="2617976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</a:t>
            </a:r>
            <a:endParaRPr lang="en-US" sz="1400" dirty="0"/>
          </a:p>
        </p:txBody>
      </p:sp>
      <p:cxnSp>
        <p:nvCxnSpPr>
          <p:cNvPr id="120" name="Elbow Connector 119"/>
          <p:cNvCxnSpPr>
            <a:stCxn id="118" idx="2"/>
          </p:cNvCxnSpPr>
          <p:nvPr/>
        </p:nvCxnSpPr>
        <p:spPr>
          <a:xfrm rot="10800000">
            <a:off x="9238523" y="2395472"/>
            <a:ext cx="334706" cy="3464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Flowchart: Connector 123"/>
          <p:cNvSpPr/>
          <p:nvPr/>
        </p:nvSpPr>
        <p:spPr>
          <a:xfrm>
            <a:off x="7784666" y="1494767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</a:t>
            </a:r>
          </a:p>
        </p:txBody>
      </p:sp>
      <p:cxnSp>
        <p:nvCxnSpPr>
          <p:cNvPr id="126" name="Elbow Connector 125"/>
          <p:cNvCxnSpPr>
            <a:stCxn id="9" idx="3"/>
            <a:endCxn id="124" idx="4"/>
          </p:cNvCxnSpPr>
          <p:nvPr/>
        </p:nvCxnSpPr>
        <p:spPr>
          <a:xfrm flipV="1">
            <a:off x="7473091" y="1742710"/>
            <a:ext cx="445463" cy="311469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Flowchart: Connector 126"/>
          <p:cNvSpPr/>
          <p:nvPr/>
        </p:nvSpPr>
        <p:spPr>
          <a:xfrm>
            <a:off x="8506211" y="2502047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G</a:t>
            </a:r>
            <a:endParaRPr lang="en-US" sz="1400" dirty="0"/>
          </a:p>
        </p:txBody>
      </p:sp>
      <p:cxnSp>
        <p:nvCxnSpPr>
          <p:cNvPr id="129" name="Elbow Connector 128"/>
          <p:cNvCxnSpPr>
            <a:stCxn id="9" idx="3"/>
            <a:endCxn id="127" idx="2"/>
          </p:cNvCxnSpPr>
          <p:nvPr/>
        </p:nvCxnSpPr>
        <p:spPr>
          <a:xfrm>
            <a:off x="7473091" y="2054179"/>
            <a:ext cx="1033120" cy="571840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Flowchart: Connector 80"/>
          <p:cNvSpPr/>
          <p:nvPr/>
        </p:nvSpPr>
        <p:spPr>
          <a:xfrm>
            <a:off x="9578327" y="6350610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</a:t>
            </a:r>
            <a:endParaRPr lang="en-US" sz="1400" dirty="0"/>
          </a:p>
        </p:txBody>
      </p:sp>
      <p:cxnSp>
        <p:nvCxnSpPr>
          <p:cNvPr id="11" name="Elbow Connector 10"/>
          <p:cNvCxnSpPr>
            <a:stCxn id="58" idx="2"/>
          </p:cNvCxnSpPr>
          <p:nvPr/>
        </p:nvCxnSpPr>
        <p:spPr>
          <a:xfrm rot="16200000" flipH="1">
            <a:off x="4915554" y="1823192"/>
            <a:ext cx="471886" cy="88434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0" idx="2"/>
            <a:endCxn id="60" idx="2"/>
          </p:cNvCxnSpPr>
          <p:nvPr/>
        </p:nvCxnSpPr>
        <p:spPr>
          <a:xfrm>
            <a:off x="2289040" y="641969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60" idx="2"/>
          </p:cNvCxnSpPr>
          <p:nvPr/>
        </p:nvCxnSpPr>
        <p:spPr>
          <a:xfrm flipH="1">
            <a:off x="2287071" y="6419697"/>
            <a:ext cx="1969" cy="548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61" idx="2"/>
          </p:cNvCxnSpPr>
          <p:nvPr/>
        </p:nvCxnSpPr>
        <p:spPr>
          <a:xfrm>
            <a:off x="3682617" y="6406817"/>
            <a:ext cx="0" cy="677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6" idx="2"/>
          </p:cNvCxnSpPr>
          <p:nvPr/>
        </p:nvCxnSpPr>
        <p:spPr>
          <a:xfrm>
            <a:off x="5272706" y="6390713"/>
            <a:ext cx="0" cy="83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15" idx="2"/>
          </p:cNvCxnSpPr>
          <p:nvPr/>
        </p:nvCxnSpPr>
        <p:spPr>
          <a:xfrm>
            <a:off x="6836633" y="6394694"/>
            <a:ext cx="0" cy="79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97" idx="2"/>
          </p:cNvCxnSpPr>
          <p:nvPr/>
        </p:nvCxnSpPr>
        <p:spPr>
          <a:xfrm>
            <a:off x="8269788" y="6384429"/>
            <a:ext cx="0" cy="90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45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88577"/>
            <a:ext cx="12160624" cy="69448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Century Gothic" panose="020B0502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98076" y="791514"/>
            <a:ext cx="12160623" cy="65851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Gill Sans MT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Navigation Flow Diagram</a:t>
            </a:r>
            <a:endParaRPr lang="en-SG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81" name="Flowchart: Connector 80"/>
          <p:cNvSpPr/>
          <p:nvPr/>
        </p:nvSpPr>
        <p:spPr>
          <a:xfrm>
            <a:off x="298076" y="1866708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</a:t>
            </a:r>
            <a:endParaRPr lang="en-US" sz="1400" dirty="0"/>
          </a:p>
        </p:txBody>
      </p:sp>
      <p:sp>
        <p:nvSpPr>
          <p:cNvPr id="82" name="Flowchart: Process 81"/>
          <p:cNvSpPr/>
          <p:nvPr/>
        </p:nvSpPr>
        <p:spPr>
          <a:xfrm>
            <a:off x="1555851" y="1649388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Delivery Job Main Page (Pending Tab)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81" idx="6"/>
            <a:endCxn id="82" idx="1"/>
          </p:cNvCxnSpPr>
          <p:nvPr/>
        </p:nvCxnSpPr>
        <p:spPr>
          <a:xfrm flipV="1">
            <a:off x="565852" y="1990679"/>
            <a:ext cx="9899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lowchart: Process 82"/>
          <p:cNvSpPr/>
          <p:nvPr/>
        </p:nvSpPr>
        <p:spPr>
          <a:xfrm>
            <a:off x="3419767" y="1649388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Select “Pending” job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Flowchart: Process 85"/>
          <p:cNvSpPr/>
          <p:nvPr/>
        </p:nvSpPr>
        <p:spPr>
          <a:xfrm>
            <a:off x="6153111" y="1649388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Tap on “Accept” Button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8" name="Flowchart: Process 87"/>
          <p:cNvSpPr/>
          <p:nvPr/>
        </p:nvSpPr>
        <p:spPr>
          <a:xfrm>
            <a:off x="6123126" y="2719138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Tap on “Exit” Button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4" name="Flowchart: Process 93"/>
          <p:cNvSpPr/>
          <p:nvPr/>
        </p:nvSpPr>
        <p:spPr>
          <a:xfrm>
            <a:off x="8017027" y="1649387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Delivery Job Main Page (Active Tab)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8" name="Flowchart: Connector 97"/>
          <p:cNvSpPr/>
          <p:nvPr/>
        </p:nvSpPr>
        <p:spPr>
          <a:xfrm>
            <a:off x="8536438" y="2936456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</a:t>
            </a:r>
            <a:endParaRPr lang="en-US" sz="1400" dirty="0"/>
          </a:p>
        </p:txBody>
      </p:sp>
      <p:cxnSp>
        <p:nvCxnSpPr>
          <p:cNvPr id="15" name="Straight Arrow Connector 14"/>
          <p:cNvCxnSpPr>
            <a:stCxn id="82" idx="3"/>
            <a:endCxn id="83" idx="1"/>
          </p:cNvCxnSpPr>
          <p:nvPr/>
        </p:nvCxnSpPr>
        <p:spPr>
          <a:xfrm>
            <a:off x="2650555" y="1990679"/>
            <a:ext cx="7692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3" idx="3"/>
            <a:endCxn id="86" idx="1"/>
          </p:cNvCxnSpPr>
          <p:nvPr/>
        </p:nvCxnSpPr>
        <p:spPr>
          <a:xfrm>
            <a:off x="4514471" y="1990679"/>
            <a:ext cx="163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6" idx="3"/>
            <a:endCxn id="94" idx="1"/>
          </p:cNvCxnSpPr>
          <p:nvPr/>
        </p:nvCxnSpPr>
        <p:spPr>
          <a:xfrm flipV="1">
            <a:off x="7247815" y="1990678"/>
            <a:ext cx="7692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88" idx="3"/>
            <a:endCxn id="98" idx="2"/>
          </p:cNvCxnSpPr>
          <p:nvPr/>
        </p:nvCxnSpPr>
        <p:spPr>
          <a:xfrm flipV="1">
            <a:off x="7217830" y="3060428"/>
            <a:ext cx="131860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Flowchart: Connector 98"/>
          <p:cNvSpPr/>
          <p:nvPr/>
        </p:nvSpPr>
        <p:spPr>
          <a:xfrm>
            <a:off x="298076" y="3678214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</a:p>
        </p:txBody>
      </p:sp>
      <p:sp>
        <p:nvSpPr>
          <p:cNvPr id="102" name="Flowchart: Process 101"/>
          <p:cNvSpPr/>
          <p:nvPr/>
        </p:nvSpPr>
        <p:spPr>
          <a:xfrm>
            <a:off x="1555851" y="3460894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Route On Google Map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" name="Flowchart: Process 103"/>
          <p:cNvSpPr/>
          <p:nvPr/>
        </p:nvSpPr>
        <p:spPr>
          <a:xfrm>
            <a:off x="3419767" y="2757667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Phone Dialer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6" name="Flowchart: Process 105"/>
          <p:cNvSpPr/>
          <p:nvPr/>
        </p:nvSpPr>
        <p:spPr>
          <a:xfrm>
            <a:off x="3419767" y="3631540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Start Navigation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3" name="Elbow Connector 52"/>
          <p:cNvCxnSpPr>
            <a:stCxn id="102" idx="3"/>
            <a:endCxn id="104" idx="1"/>
          </p:cNvCxnSpPr>
          <p:nvPr/>
        </p:nvCxnSpPr>
        <p:spPr>
          <a:xfrm flipV="1">
            <a:off x="2650555" y="3098958"/>
            <a:ext cx="769212" cy="7032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102" idx="3"/>
            <a:endCxn id="106" idx="1"/>
          </p:cNvCxnSpPr>
          <p:nvPr/>
        </p:nvCxnSpPr>
        <p:spPr>
          <a:xfrm>
            <a:off x="2650555" y="3802185"/>
            <a:ext cx="769212" cy="1706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99" idx="6"/>
            <a:endCxn id="102" idx="1"/>
          </p:cNvCxnSpPr>
          <p:nvPr/>
        </p:nvCxnSpPr>
        <p:spPr>
          <a:xfrm flipV="1">
            <a:off x="565852" y="3802185"/>
            <a:ext cx="9899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Flowchart: Process 107"/>
          <p:cNvSpPr/>
          <p:nvPr/>
        </p:nvSpPr>
        <p:spPr>
          <a:xfrm>
            <a:off x="3419767" y="4548526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Back To Main Menu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9" name="Flowchart: Process 108"/>
          <p:cNvSpPr/>
          <p:nvPr/>
        </p:nvSpPr>
        <p:spPr>
          <a:xfrm>
            <a:off x="3419767" y="5480497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Exit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8" name="Elbow Connector 67"/>
          <p:cNvCxnSpPr>
            <a:stCxn id="102" idx="2"/>
            <a:endCxn id="108" idx="1"/>
          </p:cNvCxnSpPr>
          <p:nvPr/>
        </p:nvCxnSpPr>
        <p:spPr>
          <a:xfrm rot="16200000" flipH="1">
            <a:off x="2388314" y="3858364"/>
            <a:ext cx="746342" cy="13165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/>
          <p:cNvCxnSpPr>
            <a:stCxn id="102" idx="2"/>
            <a:endCxn id="109" idx="1"/>
          </p:cNvCxnSpPr>
          <p:nvPr/>
        </p:nvCxnSpPr>
        <p:spPr>
          <a:xfrm rot="16200000" flipH="1">
            <a:off x="1922329" y="4324349"/>
            <a:ext cx="1678313" cy="13165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Flowchart: Connector 110"/>
          <p:cNvSpPr/>
          <p:nvPr/>
        </p:nvSpPr>
        <p:spPr>
          <a:xfrm>
            <a:off x="4882492" y="2974985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</a:t>
            </a:r>
            <a:endParaRPr lang="en-US" sz="1400" dirty="0"/>
          </a:p>
        </p:txBody>
      </p:sp>
      <p:cxnSp>
        <p:nvCxnSpPr>
          <p:cNvPr id="113" name="Straight Arrow Connector 112"/>
          <p:cNvCxnSpPr>
            <a:stCxn id="104" idx="3"/>
            <a:endCxn id="111" idx="2"/>
          </p:cNvCxnSpPr>
          <p:nvPr/>
        </p:nvCxnSpPr>
        <p:spPr>
          <a:xfrm flipV="1">
            <a:off x="4514471" y="3098957"/>
            <a:ext cx="36802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/>
          <p:cNvCxnSpPr>
            <a:stCxn id="106" idx="3"/>
            <a:endCxn id="108" idx="3"/>
          </p:cNvCxnSpPr>
          <p:nvPr/>
        </p:nvCxnSpPr>
        <p:spPr>
          <a:xfrm>
            <a:off x="4514471" y="3972831"/>
            <a:ext cx="12700" cy="91698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/>
          <p:cNvCxnSpPr>
            <a:stCxn id="106" idx="3"/>
            <a:endCxn id="109" idx="3"/>
          </p:cNvCxnSpPr>
          <p:nvPr/>
        </p:nvCxnSpPr>
        <p:spPr>
          <a:xfrm>
            <a:off x="4514471" y="3972831"/>
            <a:ext cx="12700" cy="184895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Flowchart: Connector 117"/>
          <p:cNvSpPr/>
          <p:nvPr/>
        </p:nvSpPr>
        <p:spPr>
          <a:xfrm>
            <a:off x="5015907" y="6183986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</a:t>
            </a:r>
            <a:endParaRPr lang="en-US" sz="1400" dirty="0"/>
          </a:p>
        </p:txBody>
      </p:sp>
      <p:cxnSp>
        <p:nvCxnSpPr>
          <p:cNvPr id="120" name="Elbow Connector 119"/>
          <p:cNvCxnSpPr>
            <a:stCxn id="109" idx="2"/>
            <a:endCxn id="118" idx="2"/>
          </p:cNvCxnSpPr>
          <p:nvPr/>
        </p:nvCxnSpPr>
        <p:spPr>
          <a:xfrm rot="16200000" flipH="1">
            <a:off x="4419073" y="5711124"/>
            <a:ext cx="144880" cy="10487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Flowchart: Connector 120"/>
          <p:cNvSpPr/>
          <p:nvPr/>
        </p:nvSpPr>
        <p:spPr>
          <a:xfrm>
            <a:off x="2604639" y="5223378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</a:t>
            </a:r>
            <a:endParaRPr lang="en-US" sz="1400" dirty="0"/>
          </a:p>
        </p:txBody>
      </p:sp>
      <p:cxnSp>
        <p:nvCxnSpPr>
          <p:cNvPr id="129" name="Elbow Connector 128"/>
          <p:cNvCxnSpPr>
            <a:stCxn id="108" idx="2"/>
            <a:endCxn id="121" idx="6"/>
          </p:cNvCxnSpPr>
          <p:nvPr/>
        </p:nvCxnSpPr>
        <p:spPr>
          <a:xfrm rot="5400000">
            <a:off x="3361646" y="4741876"/>
            <a:ext cx="116243" cy="10947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Elbow Connector 130"/>
          <p:cNvCxnSpPr>
            <a:stCxn id="83" idx="3"/>
            <a:endCxn id="88" idx="1"/>
          </p:cNvCxnSpPr>
          <p:nvPr/>
        </p:nvCxnSpPr>
        <p:spPr>
          <a:xfrm>
            <a:off x="4514471" y="1990679"/>
            <a:ext cx="1608655" cy="10697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Elbow Connector 133"/>
          <p:cNvCxnSpPr>
            <a:stCxn id="94" idx="3"/>
            <a:endCxn id="98" idx="6"/>
          </p:cNvCxnSpPr>
          <p:nvPr/>
        </p:nvCxnSpPr>
        <p:spPr>
          <a:xfrm flipH="1">
            <a:off x="8804214" y="1990678"/>
            <a:ext cx="307517" cy="1069750"/>
          </a:xfrm>
          <a:prstGeom prst="bentConnector3">
            <a:avLst>
              <a:gd name="adj1" fmla="val -743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59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88577"/>
            <a:ext cx="12160624" cy="69448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Century Gothic" panose="020B0502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98076" y="791514"/>
            <a:ext cx="12160623" cy="65851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Gill Sans MT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Navigation Flow Diagram</a:t>
            </a:r>
            <a:endParaRPr lang="en-SG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81" name="Flowchart: Connector 80"/>
          <p:cNvSpPr/>
          <p:nvPr/>
        </p:nvSpPr>
        <p:spPr>
          <a:xfrm>
            <a:off x="298076" y="3185838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</a:t>
            </a:r>
            <a:endParaRPr lang="en-US" sz="1400" dirty="0"/>
          </a:p>
        </p:txBody>
      </p:sp>
      <p:cxnSp>
        <p:nvCxnSpPr>
          <p:cNvPr id="11" name="Straight Arrow Connector 10"/>
          <p:cNvCxnSpPr>
            <a:stCxn id="81" idx="6"/>
          </p:cNvCxnSpPr>
          <p:nvPr/>
        </p:nvCxnSpPr>
        <p:spPr>
          <a:xfrm flipV="1">
            <a:off x="565852" y="3309809"/>
            <a:ext cx="9899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owchart: Process 31"/>
          <p:cNvSpPr/>
          <p:nvPr/>
        </p:nvSpPr>
        <p:spPr>
          <a:xfrm>
            <a:off x="1555851" y="2968518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Pop Up Phone Dialer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3" name="Flowchart: Process 32"/>
          <p:cNvSpPr/>
          <p:nvPr/>
        </p:nvSpPr>
        <p:spPr>
          <a:xfrm>
            <a:off x="3372159" y="2968518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Phone Action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4" name="Flowchart: Process 33"/>
          <p:cNvSpPr/>
          <p:nvPr/>
        </p:nvSpPr>
        <p:spPr>
          <a:xfrm>
            <a:off x="5188467" y="2428876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Call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5" name="Flowchart: Process 34"/>
          <p:cNvSpPr/>
          <p:nvPr/>
        </p:nvSpPr>
        <p:spPr>
          <a:xfrm>
            <a:off x="5188467" y="3600606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Text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32" idx="3"/>
            <a:endCxn id="33" idx="1"/>
          </p:cNvCxnSpPr>
          <p:nvPr/>
        </p:nvCxnSpPr>
        <p:spPr>
          <a:xfrm>
            <a:off x="2650555" y="3309809"/>
            <a:ext cx="7216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/>
          <p:cNvCxnSpPr>
            <a:stCxn id="33" idx="3"/>
            <a:endCxn id="34" idx="1"/>
          </p:cNvCxnSpPr>
          <p:nvPr/>
        </p:nvCxnSpPr>
        <p:spPr>
          <a:xfrm flipV="1">
            <a:off x="4466863" y="2770167"/>
            <a:ext cx="721604" cy="5396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/>
          <p:cNvCxnSpPr>
            <a:stCxn id="33" idx="3"/>
            <a:endCxn id="35" idx="1"/>
          </p:cNvCxnSpPr>
          <p:nvPr/>
        </p:nvCxnSpPr>
        <p:spPr>
          <a:xfrm>
            <a:off x="4466863" y="3309809"/>
            <a:ext cx="721604" cy="6320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lowchart: Process 41"/>
          <p:cNvSpPr/>
          <p:nvPr/>
        </p:nvSpPr>
        <p:spPr>
          <a:xfrm>
            <a:off x="5188467" y="4772336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Cancel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" name="Elbow Connector 11"/>
          <p:cNvCxnSpPr>
            <a:stCxn id="33" idx="3"/>
            <a:endCxn id="42" idx="1"/>
          </p:cNvCxnSpPr>
          <p:nvPr/>
        </p:nvCxnSpPr>
        <p:spPr>
          <a:xfrm>
            <a:off x="4466863" y="3309809"/>
            <a:ext cx="721604" cy="18038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lowchart: Connector 44"/>
          <p:cNvSpPr/>
          <p:nvPr/>
        </p:nvSpPr>
        <p:spPr>
          <a:xfrm>
            <a:off x="7564547" y="3825851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</a:t>
            </a:r>
            <a:endParaRPr lang="en-US" sz="1400" dirty="0"/>
          </a:p>
        </p:txBody>
      </p:sp>
      <p:cxnSp>
        <p:nvCxnSpPr>
          <p:cNvPr id="14" name="Elbow Connector 13"/>
          <p:cNvCxnSpPr>
            <a:stCxn id="34" idx="3"/>
            <a:endCxn id="45" idx="0"/>
          </p:cNvCxnSpPr>
          <p:nvPr/>
        </p:nvCxnSpPr>
        <p:spPr>
          <a:xfrm>
            <a:off x="6283171" y="2770167"/>
            <a:ext cx="1415264" cy="10556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6270544" y="3941896"/>
            <a:ext cx="12671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42" idx="3"/>
            <a:endCxn id="45" idx="4"/>
          </p:cNvCxnSpPr>
          <p:nvPr/>
        </p:nvCxnSpPr>
        <p:spPr>
          <a:xfrm flipV="1">
            <a:off x="6283171" y="4073794"/>
            <a:ext cx="1415264" cy="10398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33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88577"/>
            <a:ext cx="12160624" cy="69448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Century Gothic" panose="020B0502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98076" y="791514"/>
            <a:ext cx="12160623" cy="65851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Gill Sans MT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Navigation Flow Diagram</a:t>
            </a:r>
            <a:endParaRPr lang="en-SG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81" name="Flowchart: Connector 80"/>
          <p:cNvSpPr/>
          <p:nvPr/>
        </p:nvSpPr>
        <p:spPr>
          <a:xfrm>
            <a:off x="298076" y="3185838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</a:t>
            </a:r>
          </a:p>
        </p:txBody>
      </p:sp>
      <p:cxnSp>
        <p:nvCxnSpPr>
          <p:cNvPr id="11" name="Straight Arrow Connector 10"/>
          <p:cNvCxnSpPr>
            <a:stCxn id="81" idx="6"/>
          </p:cNvCxnSpPr>
          <p:nvPr/>
        </p:nvCxnSpPr>
        <p:spPr>
          <a:xfrm flipV="1">
            <a:off x="565852" y="3309809"/>
            <a:ext cx="9899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Process 18"/>
          <p:cNvSpPr/>
          <p:nvPr/>
        </p:nvSpPr>
        <p:spPr>
          <a:xfrm>
            <a:off x="1555851" y="2968518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Delivery Job Main Page (Delivered Tab)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Flowchart: Process 19"/>
          <p:cNvSpPr/>
          <p:nvPr/>
        </p:nvSpPr>
        <p:spPr>
          <a:xfrm>
            <a:off x="3884462" y="4067586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Back To Main Menu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Flowchart: Process 20"/>
          <p:cNvSpPr/>
          <p:nvPr/>
        </p:nvSpPr>
        <p:spPr>
          <a:xfrm>
            <a:off x="3884462" y="5166655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Exit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2" name="Flowchart: Process 21"/>
          <p:cNvSpPr/>
          <p:nvPr/>
        </p:nvSpPr>
        <p:spPr>
          <a:xfrm>
            <a:off x="3884462" y="1869448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View Photo POD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Flowchart: Process 23"/>
          <p:cNvSpPr/>
          <p:nvPr/>
        </p:nvSpPr>
        <p:spPr>
          <a:xfrm>
            <a:off x="3884462" y="2968517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View eSignature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Elbow Connector 5"/>
          <p:cNvCxnSpPr>
            <a:stCxn id="19" idx="3"/>
            <a:endCxn id="22" idx="1"/>
          </p:cNvCxnSpPr>
          <p:nvPr/>
        </p:nvCxnSpPr>
        <p:spPr>
          <a:xfrm flipV="1">
            <a:off x="2650555" y="2210739"/>
            <a:ext cx="1233907" cy="10990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19" idx="3"/>
            <a:endCxn id="24" idx="1"/>
          </p:cNvCxnSpPr>
          <p:nvPr/>
        </p:nvCxnSpPr>
        <p:spPr>
          <a:xfrm flipV="1">
            <a:off x="2650555" y="3309808"/>
            <a:ext cx="1233907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9" idx="3"/>
            <a:endCxn id="20" idx="1"/>
          </p:cNvCxnSpPr>
          <p:nvPr/>
        </p:nvCxnSpPr>
        <p:spPr>
          <a:xfrm>
            <a:off x="2650555" y="3309809"/>
            <a:ext cx="1233907" cy="10990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19" idx="3"/>
            <a:endCxn id="21" idx="1"/>
          </p:cNvCxnSpPr>
          <p:nvPr/>
        </p:nvCxnSpPr>
        <p:spPr>
          <a:xfrm>
            <a:off x="2650555" y="3309809"/>
            <a:ext cx="1233907" cy="21981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owchart: Connector 35"/>
          <p:cNvSpPr/>
          <p:nvPr/>
        </p:nvSpPr>
        <p:spPr>
          <a:xfrm>
            <a:off x="5705455" y="5383974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</a:t>
            </a:r>
            <a:endParaRPr lang="en-US" sz="1400" dirty="0"/>
          </a:p>
        </p:txBody>
      </p:sp>
      <p:sp>
        <p:nvSpPr>
          <p:cNvPr id="37" name="Flowchart: Connector 36"/>
          <p:cNvSpPr/>
          <p:nvPr/>
        </p:nvSpPr>
        <p:spPr>
          <a:xfrm>
            <a:off x="5705455" y="4284904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</a:t>
            </a:r>
            <a:endParaRPr lang="en-US" sz="1400" dirty="0"/>
          </a:p>
        </p:txBody>
      </p:sp>
      <p:cxnSp>
        <p:nvCxnSpPr>
          <p:cNvPr id="25" name="Straight Arrow Connector 24"/>
          <p:cNvCxnSpPr>
            <a:stCxn id="20" idx="3"/>
            <a:endCxn id="37" idx="2"/>
          </p:cNvCxnSpPr>
          <p:nvPr/>
        </p:nvCxnSpPr>
        <p:spPr>
          <a:xfrm flipV="1">
            <a:off x="4979166" y="4408876"/>
            <a:ext cx="7262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3"/>
            <a:endCxn id="36" idx="2"/>
          </p:cNvCxnSpPr>
          <p:nvPr/>
        </p:nvCxnSpPr>
        <p:spPr>
          <a:xfrm>
            <a:off x="4979166" y="5507946"/>
            <a:ext cx="7262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Process 40"/>
          <p:cNvSpPr/>
          <p:nvPr/>
        </p:nvSpPr>
        <p:spPr>
          <a:xfrm>
            <a:off x="5705455" y="1867981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Photo POD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3" name="Flowchart: Process 42"/>
          <p:cNvSpPr/>
          <p:nvPr/>
        </p:nvSpPr>
        <p:spPr>
          <a:xfrm>
            <a:off x="5705455" y="2968516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eSignature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>
            <a:stCxn id="22" idx="3"/>
            <a:endCxn id="41" idx="1"/>
          </p:cNvCxnSpPr>
          <p:nvPr/>
        </p:nvCxnSpPr>
        <p:spPr>
          <a:xfrm flipV="1">
            <a:off x="4979166" y="2209272"/>
            <a:ext cx="726289" cy="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4" idx="3"/>
            <a:endCxn id="43" idx="1"/>
          </p:cNvCxnSpPr>
          <p:nvPr/>
        </p:nvCxnSpPr>
        <p:spPr>
          <a:xfrm flipV="1">
            <a:off x="4979166" y="3309807"/>
            <a:ext cx="7262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owchart: Connector 52"/>
          <p:cNvSpPr/>
          <p:nvPr/>
        </p:nvSpPr>
        <p:spPr>
          <a:xfrm>
            <a:off x="8215381" y="2636302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</a:t>
            </a:r>
          </a:p>
        </p:txBody>
      </p:sp>
      <p:cxnSp>
        <p:nvCxnSpPr>
          <p:cNvPr id="54" name="Elbow Connector 53"/>
          <p:cNvCxnSpPr>
            <a:stCxn id="41" idx="3"/>
            <a:endCxn id="53" idx="0"/>
          </p:cNvCxnSpPr>
          <p:nvPr/>
        </p:nvCxnSpPr>
        <p:spPr>
          <a:xfrm>
            <a:off x="6800159" y="2209272"/>
            <a:ext cx="1549110" cy="4270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stCxn id="43" idx="3"/>
            <a:endCxn id="53" idx="4"/>
          </p:cNvCxnSpPr>
          <p:nvPr/>
        </p:nvCxnSpPr>
        <p:spPr>
          <a:xfrm flipV="1">
            <a:off x="6800159" y="2884245"/>
            <a:ext cx="1549110" cy="4255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08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88577"/>
            <a:ext cx="12160624" cy="69448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Century Gothic" panose="020B0502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98076" y="791514"/>
            <a:ext cx="12160623" cy="65851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Gill Sans MT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Navigation Flow Diagram</a:t>
            </a:r>
            <a:endParaRPr lang="en-SG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81" name="Flowchart: Connector 80"/>
          <p:cNvSpPr/>
          <p:nvPr/>
        </p:nvSpPr>
        <p:spPr>
          <a:xfrm>
            <a:off x="298076" y="3185838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G</a:t>
            </a:r>
            <a:endParaRPr lang="en-US" sz="1400" dirty="0"/>
          </a:p>
        </p:txBody>
      </p:sp>
      <p:cxnSp>
        <p:nvCxnSpPr>
          <p:cNvPr id="11" name="Straight Arrow Connector 10"/>
          <p:cNvCxnSpPr>
            <a:stCxn id="81" idx="6"/>
          </p:cNvCxnSpPr>
          <p:nvPr/>
        </p:nvCxnSpPr>
        <p:spPr>
          <a:xfrm flipV="1">
            <a:off x="565852" y="3309809"/>
            <a:ext cx="9899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Process 18"/>
          <p:cNvSpPr/>
          <p:nvPr/>
        </p:nvSpPr>
        <p:spPr>
          <a:xfrm>
            <a:off x="1555851" y="2968518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Delivery Job Main Page (Undelivered Tab)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Flowchart: Process 19"/>
          <p:cNvSpPr/>
          <p:nvPr/>
        </p:nvSpPr>
        <p:spPr>
          <a:xfrm>
            <a:off x="5158103" y="2234192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Back To Main Menu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Flowchart: Process 20"/>
          <p:cNvSpPr/>
          <p:nvPr/>
        </p:nvSpPr>
        <p:spPr>
          <a:xfrm>
            <a:off x="5158103" y="3602323"/>
            <a:ext cx="1094704" cy="682581"/>
          </a:xfrm>
          <a:prstGeom prst="flowChartProcess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Exit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6" name="Flowchart: Connector 35"/>
          <p:cNvSpPr/>
          <p:nvPr/>
        </p:nvSpPr>
        <p:spPr>
          <a:xfrm>
            <a:off x="6896962" y="3819641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</a:t>
            </a:r>
            <a:endParaRPr lang="en-US" sz="1400" dirty="0"/>
          </a:p>
        </p:txBody>
      </p:sp>
      <p:sp>
        <p:nvSpPr>
          <p:cNvPr id="37" name="Flowchart: Connector 36"/>
          <p:cNvSpPr/>
          <p:nvPr/>
        </p:nvSpPr>
        <p:spPr>
          <a:xfrm>
            <a:off x="6896962" y="2451510"/>
            <a:ext cx="267776" cy="2479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27" name="Flowchart: Process 26"/>
          <p:cNvSpPr/>
          <p:nvPr/>
        </p:nvSpPr>
        <p:spPr>
          <a:xfrm>
            <a:off x="3418812" y="2968517"/>
            <a:ext cx="1094704" cy="68258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View Undelivered Job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9" idx="3"/>
            <a:endCxn id="27" idx="1"/>
          </p:cNvCxnSpPr>
          <p:nvPr/>
        </p:nvCxnSpPr>
        <p:spPr>
          <a:xfrm flipV="1">
            <a:off x="2650555" y="3309808"/>
            <a:ext cx="7682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27" idx="3"/>
            <a:endCxn id="20" idx="1"/>
          </p:cNvCxnSpPr>
          <p:nvPr/>
        </p:nvCxnSpPr>
        <p:spPr>
          <a:xfrm flipV="1">
            <a:off x="4513516" y="2575483"/>
            <a:ext cx="644587" cy="7343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27" idx="3"/>
            <a:endCxn id="21" idx="1"/>
          </p:cNvCxnSpPr>
          <p:nvPr/>
        </p:nvCxnSpPr>
        <p:spPr>
          <a:xfrm>
            <a:off x="4513516" y="3309808"/>
            <a:ext cx="644587" cy="6338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3"/>
            <a:endCxn id="37" idx="2"/>
          </p:cNvCxnSpPr>
          <p:nvPr/>
        </p:nvCxnSpPr>
        <p:spPr>
          <a:xfrm flipV="1">
            <a:off x="6252807" y="2575482"/>
            <a:ext cx="6441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1" idx="3"/>
            <a:endCxn id="36" idx="2"/>
          </p:cNvCxnSpPr>
          <p:nvPr/>
        </p:nvCxnSpPr>
        <p:spPr>
          <a:xfrm flipV="1">
            <a:off x="6252807" y="3943613"/>
            <a:ext cx="6441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12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nt-Vis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36082</TotalTime>
  <Words>230</Words>
  <Application>Microsoft Office PowerPoint</Application>
  <PresentationFormat>Widescreen</PresentationFormat>
  <Paragraphs>90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 Unicode MS</vt:lpstr>
      <vt:lpstr>Arial</vt:lpstr>
      <vt:lpstr>Calibri</vt:lpstr>
      <vt:lpstr>Calibri Light</vt:lpstr>
      <vt:lpstr>Century Gothic</vt:lpstr>
      <vt:lpstr>Gill Sans MT</vt:lpstr>
      <vt:lpstr>Ent-Vision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Pamela Wu</dc:creator>
  <cp:lastModifiedBy>shsiew</cp:lastModifiedBy>
  <cp:revision>1470</cp:revision>
  <dcterms:created xsi:type="dcterms:W3CDTF">2016-04-14T08:02:39Z</dcterms:created>
  <dcterms:modified xsi:type="dcterms:W3CDTF">2019-12-02T11:01:23Z</dcterms:modified>
</cp:coreProperties>
</file>